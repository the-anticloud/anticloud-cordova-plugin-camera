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CORDOVA_PLUGIN_CAMERA | Category: MOBILE</a:t>
            </a:r>
          </a:p>
          <a:p>
            <a:r>
              <a:rPr sz="1400"/>
              <a:t>Upstream: https://github.com/nicedoc/cordova-plugin-camera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CORDOVA_PLUGIN_CAMERA.</a:t>
            </a:r>
          </a:p>
          <a:p>
            <a:r>
              <a:rPr sz="1400"/>
              <a:t>Camera plugin for Cordova mobile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CORDOVA_PLUGIN_CAMERA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